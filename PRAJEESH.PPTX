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2BA97"/>
    <a:srgbClr val="8E6C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4/5/2024</a:t>
            </a:fld>
            <a:endParaRPr lang="en-US"/>
          </a:p>
        </p:txBody>
      </p:sp>
    </p:spTree>
    <p:extLst>
      <p:ext uri="{BB962C8B-B14F-4D97-AF65-F5344CB8AC3E}">
        <p14:creationId xmlns=""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4/5/2024</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4/5/2024</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a:t>
            </a:r>
            <a:r>
              <a:rPr lang="en-US" sz="2800" b="1" dirty="0" smtClean="0">
                <a:solidFill>
                  <a:schemeClr val="accent1">
                    <a:lumMod val="75000"/>
                  </a:schemeClr>
                </a:solidFill>
                <a:latin typeface="Arial" pitchFamily="34" charset="0"/>
                <a:cs typeface="Arial" pitchFamily="34" charset="0"/>
              </a:rPr>
              <a:t>By:</a:t>
            </a:r>
          </a:p>
          <a:p>
            <a:r>
              <a:rPr lang="en-IN" sz="2800" b="1" smtClean="0">
                <a:solidFill>
                  <a:schemeClr val="accent1">
                    <a:lumMod val="75000"/>
                  </a:schemeClr>
                </a:solidFill>
                <a:latin typeface="Arial" pitchFamily="34" charset="0"/>
                <a:cs typeface="Arial" pitchFamily="34" charset="0"/>
              </a:rPr>
              <a:t>PRAJEESH S</a:t>
            </a:r>
            <a:endParaRPr lang="en-US" sz="28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ELECTRICAL 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AND    TECHNOLOGY,9616</a:t>
            </a:r>
          </a:p>
          <a:p>
            <a:r>
              <a:rPr lang="en-US" sz="2000" b="1" dirty="0" smtClean="0">
                <a:solidFill>
                  <a:schemeClr val="accent1">
                    <a:lumMod val="75000"/>
                  </a:schemeClr>
                </a:solidFill>
                <a:latin typeface="Arial" pitchFamily="34" charset="0"/>
                <a:cs typeface="Arial" pitchFamily="34" charset="0"/>
              </a:rPr>
              <a:t>                         </a:t>
            </a:r>
            <a:endParaRPr lang="en-US" sz="2000" b="1" dirty="0">
              <a:solidFill>
                <a:schemeClr val="accent1">
                  <a:lumMod val="75000"/>
                </a:schemeClr>
              </a:solidFill>
              <a:latin typeface="Arial" pitchFamily="34" charset="0"/>
              <a:cs typeface="Arial" pitchFamily="34" charset="0"/>
            </a:endParaRPr>
          </a:p>
        </p:txBody>
      </p:sp>
    </p:spTree>
    <p:extLst>
      <p:ext uri="{BB962C8B-B14F-4D97-AF65-F5344CB8AC3E}">
        <p14:creationId xmlns=""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 xmlns:a16="http://schemas.microsoft.com/office/drawing/2014/main"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 xmlns:a16="http://schemas.microsoft.com/office/drawing/2014/main"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 xmlns:a16="http://schemas.microsoft.com/office/drawing/2014/main"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 xmlns:a16="http://schemas.microsoft.com/office/drawing/2014/main"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 xmlns:a16="http://schemas.microsoft.com/office/drawing/2014/main"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 xmlns:a16="http://schemas.microsoft.com/office/drawing/2014/main"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 xmlns:a16="http://schemas.microsoft.com/office/drawing/2014/main"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112</TotalTime>
  <Words>1840</Words>
  <Application>Microsoft Office PowerPoint</Application>
  <PresentationFormat>Custom</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37</cp:revision>
  <dcterms:created xsi:type="dcterms:W3CDTF">2021-05-26T16:50:10Z</dcterms:created>
  <dcterms:modified xsi:type="dcterms:W3CDTF">2024-04-05T10:37:57Z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